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开场：这节课不追求把 API 讲全，只讲清一件事——React 为什么存在，以及它的三个关键词：组件、JSX、state。学完你应该能读懂一段 React 代码，并写出一个小组件。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先不急着看 React。我们从大家都写过的原生代码出发，看它在哪里崩。这里请学生对号入座：有没有遇到过改了一个数字，忘了更新页面上另一处显示？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这是大家最熟悉的写法。请学生看第 5 到第 7 行：数据只有一个 likes，但界面上的呈现有三处。每增加一个呈现位置，就多一份人为同步的风险——这就是下一页要解决的问题。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这是全课的主线。记住这个公式，后面的组件、props、state 都只是它的展开。注意一件事：这段代码里没有任何一句是在操作 DOM 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用「去哪儿」和「怎么走」打比方：命令式是你给每一步左转右转，声明式是你只给目的地。要强调：不是命令式错了，而是复杂页面下它的维护成本高。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先把三个词定义清楚，避免后面混淆。特别提醒两点：React 不是 MVC 大框架，也不是模板语言；它本质是一个函数执行后得到界面描述。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强调两件事：大写开头既是约定也是语法要求，写成小写会被当成普通 HTML 标签；返回的是「界面描述」，不是真实的 DOM 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JSX 不是模板字符串，它会被编译成函数调用。下面三条是和 HTML 不一样的地方，也是初学者最常报错的三个点。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props 是「组件复用」的关键：同一个 Greeting，传不同 name 就是不同内容。重点强调只读——想改数据，要去改数据来源，而不是改 props。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最后一个要点是常见 bug：写成 onClick={handleClick()} 会在渲染时就立刻执行。这个坑几乎每个初学者都踩过一次。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和第三页对照着讲：那时候我们要手动改三处文字；现在只改 state，界面由它算出来。这就是 UI = f(state) 落到代码里的样子。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这是新手的第二大坑。可以这样理解：React 靠「引用有没有变」来判断要不要重画，就地修改等于什么都没发生。第三点是并发更新下的安全写法。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照着图讲清楚：往下是数据，往上是事件。不要在子组件里再复制一份 state，那样会出现两份真相，改了一处忘了另一处。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常见疑问是「不写 key 也能跑」。能跑，但列表重排时会认错项。id 稳定，下标会变，这是选 key 的判断标准。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这是官方文档里「React 哲学」的五步，也是你以后接任何界面的通用流程。重点落在第三步：多余的 state 是 bug 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收尾回到主线：UI = f(state)。布置练习——改写点赞按钮，要求在界面表现不变的前提下，代码里不再出现任何操作 DOM 的语句。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1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React：用组件描述界面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10128"/>
            <a:ext cx="201168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从「手动改 DOM」到「状态驱动视图」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面向已掌握 HTML / CSS / JavaScript 基础的同学 · 一课时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页面一复杂，手动改 DOM 就开始出错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4303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数据变了，要记得去改对应的每个 DOM 节点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改漏一处，界面显示和数据就对不上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回头看代码，不知道到底是谁改了这个节点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同一份状态散落在多个变量和事件处理里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问题不在 DOM 慢，而在「同步」全靠人记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同一个「点赞数」，原生要手动改三处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228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let likes = 0;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function like() {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likes++;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document.querySelector('#count').textContent = likes;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document.querySelector('#badge').textContent = likes;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document.querySelector('#btn').classList.toggle('on', likes &gt; 0);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4303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三个显示位置，就要写三行同步代码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界面上再加一处展示，就得再加一行，且容易漏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这不是勤奋问题，是结构问题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React 的答案：界面是状态的函数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430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UI = f(state)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4303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state 描述「现在是什么」，界面由它算出来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你只写「应该长成什么样」，不写「怎么改」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数据变了，React 负责把界面变成新的样子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同步从「靠人记」变成「一条规则」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命令式写过程，声明式写结果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5074920" cy="3931920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命令式（原生 / jQuery）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一步一步告诉代码「怎么改」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关心过程：先取值、再赋值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状态同步靠自己维护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出问题时不知道哪一步漏了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1691640"/>
            <a:ext cx="5074920" cy="3931920"/>
          </a:xfrm>
          <a:prstGeom prst="rect">
            <a:avLst/>
          </a:prstGeom>
          <a:solidFill>
            <a:srgbClr val="EAF0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1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声明式（React）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描述界面「最终是什么样」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关心结果：由状态推出界面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状态同步交给库去做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看状态就能定位问题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React 是一个「描述界面」的 JavaScript 库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4303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库：专注视图层，不含路由和数据请求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组件：界面被拆成一个个可复用的独立单元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JSX：在 JavaScript 里直接写标签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单向数据流：数据向下传，事件向上报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46320"/>
            <a:ext cx="10543032" cy="1051560"/>
          </a:xfrm>
          <a:prstGeom prst="rect">
            <a:avLst/>
          </a:prstGeom>
          <a:solidFill>
            <a:srgbClr val="EAF0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术语：组件 = 接收数据、返回界面描述的 JavaScript 函数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组件就是一个返回标签的函数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7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196596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function LikeButton() {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return &lt;button&gt;赞&lt;/button&gt;;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// 用组件，就像用一个大写开头的标签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&lt;LikeButton /&gt;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54303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函数名必须大写开头，React 才当作组件处理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返回 JSX，描述这段界面长什么样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组件可以嵌套和复用，写一次用多处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JSX：看起来像 HTML，其实是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8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160020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const name = user.name;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const el = &lt;h1 className="title"&gt;你好，{name}&lt;/h1&gt;;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54303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大括号 { } 里可以放任意 JavaScript 表达式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class 要写成 className，标签必须闭合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一个组件只能返回一个根元素，多元素用 &lt;&gt; &lt;/&gt; 包住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Props：父组件传下来的数据，只读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9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196596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function Greeting({ name }) {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return &lt;p&gt;你好，{name}&lt;/p&gt;;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&lt;Greeting name="小明" /&gt;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54303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子组件通过 props 接收，解构写法更清晰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只读：子组件不能修改传进来的 props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同一个组件传不同的 props，就得到不同界面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事件直接写在标签上，传函数本身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10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228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function LikeButton() {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function handleClick() {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  console.log("被点击了");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return &lt;button onClick={handleClick}&gt;赞&lt;/button&gt;;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4303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用 camelCase：onClick、onChange，不是 onclick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传的是函数本身，不是函数调用结果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需要传参数时，用箭头函数包一层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State：组件自己会变的数据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11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237744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import { useState } from "react";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function Counter() {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const [count, setCount] = useState(0);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return &lt;button onClick={() =&gt; setCount(count + 1)}&gt;{count}&lt;/button&gt;;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4303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useState(初始值) 返回「当前值」和「修改函数」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调用 setCount 会让组件重新渲染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界面上的数字来自 state，不手工去改文字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更新 state 是「替换」，不是「就地修改」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12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237744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// 错误：直接改，界面不会更新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items.push(newItem);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// 正确：造一份新的，再 set 进去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setItems([...items, newItem]);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4303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直接改数组或对象，React 察觉不到变化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用扩展运算符等方式生成新的数组 / 对象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一次事件里要基于旧值累加，用 setCount(c =&gt; c + 1)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状态提升：数据放在最近的公共父组件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13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691640"/>
            <a:ext cx="5486400" cy="621792"/>
          </a:xfrm>
          <a:prstGeom prst="rect">
            <a:avLst/>
          </a:prstGeom>
          <a:solidFill>
            <a:srgbClr val="EAF0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父组件：持有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5848" y="237744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props 向下传  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5848" y="2834640"/>
            <a:ext cx="2606040" cy="621792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子组件 A：按钮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834640"/>
            <a:ext cx="2606040" cy="621792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子组件 B：数字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352044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事件回调向上报  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54303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兄弟组件要共享数据，就把 state 提到父组件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数据向下走（props），事件向上走（回调函数）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这就是单向数据流的实际用法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列表用 map 生成，key 要稳定唯一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196596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&lt;ul&gt;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{todos.map(todo =&gt; (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  &lt;li key={todo.id}&gt;{todo.text}&lt;/li&gt;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  ))}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&lt;/ul&gt;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54303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map 把数据数组变成一组标签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key 帮 React 认出每一项是谁，用 id 而不是下标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用下标当 key，列表增删排序时会认错项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拿到设计稿，按五步拆成组件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4303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1. 把界面拆成组件层级，小组件放到大组件里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2. 先写静态版本：只摆结构，不写交互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3. 找出最小且完整的 state 集合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4. 判断这份 state 该放在哪个组件里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5. 加反向数据流：子组件触发父组件的 state 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其中第三步最关键：能被算出来的，都不该放进 state。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这节课的主线，和接下来要学的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React 入门教学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55080"/>
            <a:ext cx="1307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4303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主线：界面由状态算出来，组件负责描述界面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练习：把第 3 页的点赞按钮改写成 React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要求：界面表现不变，代码里不再出现操作 DOM 的语句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 下一课：useEffect 与数据获取、受控表单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46320"/>
            <a:ext cx="10543032" cy="1051560"/>
          </a:xfrm>
          <a:prstGeom prst="rect">
            <a:avLst/>
          </a:prstGeom>
          <a:solidFill>
            <a:srgbClr val="EAF0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自检问题：这份数据能被算出来吗？能，就不要放进 state。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入门教学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